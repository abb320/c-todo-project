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c2f5b0d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c2f5b0d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c2f5b0dd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c2f5b0dd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c2f5b0dd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c2f5b0dd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MkfJFiQpYYM9qh_l8de18Qtk0EbWVO7k/view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 Project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Ermin Dzanic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71750"/>
            <a:ext cx="2696300" cy="260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4275" y="0"/>
            <a:ext cx="38443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9018" y="0"/>
            <a:ext cx="319498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UML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 title="Blank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0929" y="0"/>
            <a:ext cx="408214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 title="Recording 2026-05-04 215640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045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